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4266" autoAdjust="0"/>
  </p:normalViewPr>
  <p:slideViewPr>
    <p:cSldViewPr snapToGrid="0">
      <p:cViewPr>
        <p:scale>
          <a:sx n="300" d="100"/>
          <a:sy n="300" d="100"/>
        </p:scale>
        <p:origin x="-7350" y="-3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6150A9-C5E7-86A0-A16C-5D4B485A9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033CCB8-6440-C099-1229-C34EF7101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6329D2-033D-5E54-8E3F-FA73363F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DD6287-6206-203D-521C-F40521D2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8325AD-7A1B-E3D7-C509-D6DD1818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621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435DD0-6384-68DD-0E17-ECEA0FC0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E8266A-0764-398E-1FFB-6B11D1216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3FDB2B-E87E-E74E-F1EE-D2E252E6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F041BB-47D6-A94A-23E3-6C5831C8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4C8DA1-41DD-D6C3-6540-B161C44B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439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8D0C14-1BFD-DE7C-8463-A0457522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FA24BB-58ED-8BE3-1235-0AEAF2675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2D3B97-25F1-07D5-153D-6DE33BCB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884D81-20C0-FC66-E340-F11F26705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E64AD9-DA13-3FFC-5511-43C34D3E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169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22DF3A-F5EB-4678-4E66-55DF35F31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DD9294-6049-DE26-9F10-3D53A0F14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45E07A-32FE-B704-CE83-09BE8DCF9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DA420C-84B9-9600-B9F7-79630EA6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95DEA3-EC59-C840-AC54-B976998CE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8100E3-484C-3ABE-6611-C3FD73BE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338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FC9BB4-6595-0FEA-5FE7-59664C95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A66E2A-D7CB-7F04-CF1F-02FC6B987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34296A-428E-DC04-A271-9EB209A65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AE09A0-FF15-00ED-8A16-31D0D3281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8D6C681-1543-A57F-088D-65D9E28D2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45FAFB0-BC9D-FB77-DE0F-7B8FB075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766654-18E0-A2B6-877F-938D6AF02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0DBDB44-4363-7641-9322-54F7EAC32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4676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3F0DC7-BA37-C98A-A225-E2296B22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E8F5E83-5BA5-151D-1FE2-997782E0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E4AFD3-7C22-3DCB-9460-2E0DD495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5907E53-7305-0B7A-9BB0-73731013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776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2F692E-5503-798C-D078-41E07B083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3EACDED-4E4E-093E-5ED2-660CE39C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CBFADA-11B5-659B-9AC0-D738748A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0479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52A76A-DC49-60D2-77BD-AEE2C4CD1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0BDB35-7722-DBE8-C196-A89757C00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62862E-2137-D03C-FA7B-28746A9D2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1CBE74-6B5E-F02E-CECD-CF1DC9EBB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E787DB-3A05-46FE-7A0F-AF8E371B3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44DD3F-0F8E-F96A-F7E1-424123631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12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A5729-BBBC-9D18-8A1B-E534B7EDC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3E1F169-0FE5-2A7F-504B-B8BF64A44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5FE147-6158-603D-F8C1-14849408D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ADF6E9-59A8-5872-1088-CC582A22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417A82-D4A8-51F1-FE6B-42AE0EDA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319DFC-74F5-594A-823C-28576C3DA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605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18D5A0-E9F8-D866-AC68-9A792C86F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61BB675-2F07-AE69-71AC-EBBA40E49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EE0164-3DEB-A047-AE82-E19F0FA5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9244A6-D38B-0AD7-EDE9-A6D46C854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6AF271-A8A9-7144-9C1E-0832F478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3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2D0939E-51E3-BCD3-E666-3660B1550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0B73582-C55B-E277-FB3A-50BE055A9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C8A31D-D2B5-31F3-8709-4FEA8AED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0BB314-378F-B973-169C-0FCBFD78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CB05A6-6435-EC6C-C54F-D3CD8D521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59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7EDD58D-6DF2-A32C-DE2E-92D809F8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CADFB9-503B-B57B-AD81-8228D37A2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C56644-F931-A8B9-BA88-9019951B9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CE33E-C8F5-4BAB-8E02-D5150C244F73}" type="datetimeFigureOut">
              <a:rPr kumimoji="1" lang="ja-JP" altLang="en-US" smtClean="0"/>
              <a:t>2025/8/16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F14E84-B930-E1E4-92EB-87AD62FEA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9ED86F-C225-7954-E04A-682CB8DAF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3950B-B1C5-4FB4-81FD-A6EBF8D96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101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DD854C-4A98-E0F9-B1D7-D85AEDC027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731394-CF0F-CC80-F8B6-89E8BD69E1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 descr="文房具, 筆記用具, 鉛筆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BB9BB59-6C38-DF9B-F0D9-EEA068059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6CD281A-7B15-764C-00ED-1444FCAA6C4B}"/>
              </a:ext>
            </a:extLst>
          </p:cNvPr>
          <p:cNvSpPr/>
          <p:nvPr/>
        </p:nvSpPr>
        <p:spPr>
          <a:xfrm>
            <a:off x="4907280" y="312420"/>
            <a:ext cx="434340" cy="229362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3CE54B1-92E7-9AB5-75FB-12DA8CE3B333}"/>
              </a:ext>
            </a:extLst>
          </p:cNvPr>
          <p:cNvSpPr/>
          <p:nvPr/>
        </p:nvSpPr>
        <p:spPr>
          <a:xfrm>
            <a:off x="7018020" y="944404"/>
            <a:ext cx="2118360" cy="35591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D662A49-9B12-6114-46C6-FF8D54B601EE}"/>
              </a:ext>
            </a:extLst>
          </p:cNvPr>
          <p:cNvSpPr/>
          <p:nvPr/>
        </p:nvSpPr>
        <p:spPr>
          <a:xfrm>
            <a:off x="4297680" y="2945130"/>
            <a:ext cx="2945130" cy="35591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404AF63-B2B3-2830-4A9A-7E2BE6B34363}"/>
              </a:ext>
            </a:extLst>
          </p:cNvPr>
          <p:cNvSpPr/>
          <p:nvPr/>
        </p:nvSpPr>
        <p:spPr>
          <a:xfrm>
            <a:off x="7581900" y="1600200"/>
            <a:ext cx="1554480" cy="35591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5877165-2589-279A-6C4F-32301577850A}"/>
              </a:ext>
            </a:extLst>
          </p:cNvPr>
          <p:cNvSpPr/>
          <p:nvPr/>
        </p:nvSpPr>
        <p:spPr>
          <a:xfrm>
            <a:off x="4213860" y="1501140"/>
            <a:ext cx="434340" cy="179990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66DBE3B-83F2-32AD-F762-E94ED0FE5673}"/>
              </a:ext>
            </a:extLst>
          </p:cNvPr>
          <p:cNvSpPr/>
          <p:nvPr/>
        </p:nvSpPr>
        <p:spPr>
          <a:xfrm>
            <a:off x="6221730" y="910114"/>
            <a:ext cx="434340" cy="179990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31CDCE2-F401-0158-2BA9-7DD2DE31D873}"/>
              </a:ext>
            </a:extLst>
          </p:cNvPr>
          <p:cNvSpPr/>
          <p:nvPr/>
        </p:nvSpPr>
        <p:spPr>
          <a:xfrm>
            <a:off x="4907280" y="2832418"/>
            <a:ext cx="434340" cy="179990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F11B539-D4E2-DA64-1370-D336368FFA52}"/>
              </a:ext>
            </a:extLst>
          </p:cNvPr>
          <p:cNvSpPr/>
          <p:nvPr/>
        </p:nvSpPr>
        <p:spPr>
          <a:xfrm>
            <a:off x="7018020" y="5557678"/>
            <a:ext cx="1554480" cy="35591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937BD50-5829-7124-9C02-F8AA54E6B48A}"/>
              </a:ext>
            </a:extLst>
          </p:cNvPr>
          <p:cNvSpPr/>
          <p:nvPr/>
        </p:nvSpPr>
        <p:spPr>
          <a:xfrm>
            <a:off x="4907280" y="4835683"/>
            <a:ext cx="434340" cy="179990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6DB9C8B-0C8B-301D-D75E-D80EB9A428FF}"/>
              </a:ext>
            </a:extLst>
          </p:cNvPr>
          <p:cNvSpPr/>
          <p:nvPr/>
        </p:nvSpPr>
        <p:spPr>
          <a:xfrm>
            <a:off x="2918460" y="2223135"/>
            <a:ext cx="434340" cy="179990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C9055C0-A094-EA49-2904-31CB69A5F743}"/>
              </a:ext>
            </a:extLst>
          </p:cNvPr>
          <p:cNvSpPr/>
          <p:nvPr/>
        </p:nvSpPr>
        <p:spPr>
          <a:xfrm>
            <a:off x="6221730" y="3509963"/>
            <a:ext cx="434340" cy="179990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FBFCE50-04F5-29BC-59FE-1C231FC324DE}"/>
              </a:ext>
            </a:extLst>
          </p:cNvPr>
          <p:cNvSpPr/>
          <p:nvPr/>
        </p:nvSpPr>
        <p:spPr>
          <a:xfrm>
            <a:off x="5564505" y="4835683"/>
            <a:ext cx="434340" cy="179990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21A84A0-205E-6A3B-7337-8F66E7B034C3}"/>
              </a:ext>
            </a:extLst>
          </p:cNvPr>
          <p:cNvSpPr/>
          <p:nvPr/>
        </p:nvSpPr>
        <p:spPr>
          <a:xfrm>
            <a:off x="5558790" y="2832418"/>
            <a:ext cx="434340" cy="179990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5FF90DC-53ED-F113-4632-DCF0D1D2CE64}"/>
              </a:ext>
            </a:extLst>
          </p:cNvPr>
          <p:cNvSpPr/>
          <p:nvPr/>
        </p:nvSpPr>
        <p:spPr>
          <a:xfrm>
            <a:off x="8839200" y="910114"/>
            <a:ext cx="434340" cy="179990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361BF22-F2F5-0947-E0FD-B510E7567364}"/>
              </a:ext>
            </a:extLst>
          </p:cNvPr>
          <p:cNvSpPr/>
          <p:nvPr/>
        </p:nvSpPr>
        <p:spPr>
          <a:xfrm>
            <a:off x="7524750" y="878205"/>
            <a:ext cx="434340" cy="179990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5018217-ECC3-F45C-78ED-9E1339B718D7}"/>
              </a:ext>
            </a:extLst>
          </p:cNvPr>
          <p:cNvSpPr/>
          <p:nvPr/>
        </p:nvSpPr>
        <p:spPr>
          <a:xfrm>
            <a:off x="4993005" y="2250122"/>
            <a:ext cx="1554480" cy="35591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906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42F0B-5832-F74D-000C-51FD6A66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文房具, 筆記用具, 鉛筆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CBCC104-D5AF-DC52-073E-CB62FCDA0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B91A6D7-6888-0A37-C35C-2CE64DF4A872}"/>
              </a:ext>
            </a:extLst>
          </p:cNvPr>
          <p:cNvSpPr/>
          <p:nvPr/>
        </p:nvSpPr>
        <p:spPr>
          <a:xfrm>
            <a:off x="4297680" y="2945130"/>
            <a:ext cx="2945130" cy="35591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756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FE32-8CFD-71E2-31A7-6859DB3AF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文房具, 筆記用具, 鉛筆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5D7D7E1-0443-DBC1-5B04-FF29BEC90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0F970EF-413E-668F-BA8B-776793499AFA}"/>
              </a:ext>
            </a:extLst>
          </p:cNvPr>
          <p:cNvSpPr/>
          <p:nvPr/>
        </p:nvSpPr>
        <p:spPr>
          <a:xfrm>
            <a:off x="4184332" y="2825671"/>
            <a:ext cx="1547495" cy="35591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BF13869-4ABE-C1DA-D0A0-09296B0063BB}"/>
              </a:ext>
            </a:extLst>
          </p:cNvPr>
          <p:cNvSpPr/>
          <p:nvPr/>
        </p:nvSpPr>
        <p:spPr>
          <a:xfrm>
            <a:off x="4958080" y="2945130"/>
            <a:ext cx="1547495" cy="35591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9B8E929-CA8F-CD82-6C52-0EC3F3DE4EE7}"/>
              </a:ext>
            </a:extLst>
          </p:cNvPr>
          <p:cNvSpPr/>
          <p:nvPr/>
        </p:nvSpPr>
        <p:spPr>
          <a:xfrm>
            <a:off x="5837555" y="3045619"/>
            <a:ext cx="1547495" cy="35591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1255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行方　遥希</dc:creator>
  <cp:lastModifiedBy>行方　遥希</cp:lastModifiedBy>
  <cp:revision>3</cp:revision>
  <dcterms:created xsi:type="dcterms:W3CDTF">2025-08-15T19:21:58Z</dcterms:created>
  <dcterms:modified xsi:type="dcterms:W3CDTF">2025-08-15T21:09:17Z</dcterms:modified>
</cp:coreProperties>
</file>